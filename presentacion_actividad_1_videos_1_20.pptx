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Actividad 1: Diagnostico y Contexto Arquitectonico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Serie de videos 1-20 | Curso de Arquitectura de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Actividad 1: Diagnostico y Contexto Arquitectonico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930"/>
                </a:solidFill>
              </a:defRPr>
            </a:pPr>
            <a:r>
              <a:t>Proposito: comprender el problema antes de disenar la solucion.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Caso base: plataforma logistica de ultima milla.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Resultado: decision arquitectonica inicial defendible.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Objetivos de Aprendizaje (Videos 1-20)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930"/>
                </a:solidFill>
              </a:defRPr>
            </a:pPr>
            <a:r>
              <a:t>Separar problema de negocio vs detalle tecnico.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Priorizar requisitos y escenarios de calidad.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Comparar alternativas estructurales con trade-offs.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Definir limites, dependencias y principios de diseno inicial.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Entregables de la Actividad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930"/>
                </a:solidFill>
              </a:defRPr>
            </a:pPr>
            <a:r>
              <a:t>Repositorio GitHub con evidencia de evolucion (commits).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Carpeta /docs/actividad-1 con contexto, riesgos y decisiones.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Video de sustentacion tecnica de 5 a 8 minutos.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Registro de decisiones (ADR) y diagrama de contexto.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Ruta de la Actividad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930"/>
                </a:solidFill>
              </a:defRPr>
            </a:pPr>
            <a:r>
              <a:t>Videos 1-7: pensamiento arquitectonico y contexto.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Videos 8-11: valor, requisitos y riesgo.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Videos 12-17: estructuras y estilos.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Videos 18-20: diseno mantenible y decisiones de codigo.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1: Bienvenida: como pensar arquitectura en este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Presenta la ruta, metodologia, caso logistico y forma de evaluacion.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Mapa general del curso y acuerdo de trabajo.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2: La arquitectura como conjunto de decisiones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Explica que una decision arquitectonica impacta costo, tiempo y calidad.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Registro ADR inicial con alternativas.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3: El costo invisible de elegir 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Muestra efectos de deuda tecnica y retrabajo por malas decisiones.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Lista de riesgos y costos de una mala eleccion.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4: El arquitecto y las conversaciones dificiles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Describe el rol articulador entre negocio, desarrollo y operaciones.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Mapa de actores e intereses.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5: Problema esencial vs detalle incidental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Diferencia necesidades del negocio de preferencias tecnicas.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Arbol de problema con alcance real.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6: Deuda tecnica y acoplamiento: senales tempranas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Identifica sintomas de deterioro arquitectonico y su severidad.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Matriz de deuda tecnica priorizada.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7: Del problema a las fronteras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Define contexto, limites y responsabilidad de cada frontera.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Diagrama de contexto del sistema.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8: Requisitos que cambian la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Prioriza requisitos funcionales y no funcionales de alto impacto.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Backlog priorizado con criterios.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9: Calidad medible: rendimiento, seguridad y cambio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Convierte calidad en escenarios verificables de arquitectura.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Escenarios de calidad redactados.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10: Costo total de operacion y costo de cambio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Modela costos de construir, operar y evolucionar el producto.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Modelo de costos inicial.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11: Disenar para la incertidumbre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Trabaja supuestos, decisiones reversibles y aprendizaje incremental.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Registro de supuestos y gatillos de revision.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12: Elegir estructura sin seguir modas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Compara estilos con criterios de contexto y riesgo.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Matriz de evaluacion estructural.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13: Cliente-servidor y capas que si protegen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Detalla flujo de solicitud y responsabilidades por capa.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Diagrama de flujo por capas.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14: Monolito modular: empezar pequeno con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Presenta modularidad como estrategia para MVP escalable.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Mapa de modulos y fronteras.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15: Servicios y contratos evolutivos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Explica contratos, versionado y autonomia entre servicios.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Contrato de servicio inicial.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16: Eventos, consistencia y fallos parciales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Introduce consistencia eventual, reintentos e idempotencia.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Diagrama de evento con recuperacion.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17: Microservicios: cuando si y cuando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Evalua costos reales de operacion y complejidad distribuida.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Decision argumentada: monolito o microservicios.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18: SOLID para reducir acoplamiento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Conecta principios SOLID con mantenibilidad y pruebas.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Refactor pequeno justificado.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19: Direccion de dependencias y limites del codigo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Protege dominio con inversion de dependencias.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Reglas de dependencia definidas.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Video 20: Patrones que resuelven problemas reales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3A6D"/>
                </a:solidFill>
              </a:defRPr>
            </a:pPr>
            <a:r>
              <a:t>Guion de clase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2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0149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D78"/>
                </a:solidFill>
              </a:defRPr>
            </a:pPr>
            <a:r>
              <a:t>Tema central: Selecciona patrones por problema, no por tendencia.</a:t>
            </a:r>
          </a:p>
          <a:p>
            <a:pPr>
              <a:defRPr sz="1800">
                <a:solidFill>
                  <a:srgbClr val="282C34"/>
                </a:solidFill>
              </a:defRPr>
            </a:pPr>
            <a:r>
              <a:t>Evidencia de aprendizaje: Comparacion de dos patrones con trade-offs.</a:t>
            </a:r>
          </a:p>
          <a:p>
            <a:pPr>
              <a:defRPr sz="1600">
                <a:solidFill>
                  <a:srgbClr val="3C424A"/>
                </a:solidFill>
              </a:defRPr>
            </a:pPr>
            <a:r>
              <a:t>Dinamica sugerida: 3 min contexto, 6 min concepto, 4 min ejemplo del caso logistico, 2 min cierre con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Taller Integrador (Cierre Video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930"/>
                </a:solidFill>
              </a:defRPr>
            </a:pPr>
            <a:r>
              <a:t>Construir mapa del problema y actores del caso logistico.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Definir requisitos de mayor impacto y 3 escenarios de calidad.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Comparar dos alternativas estructurales y justificar una.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Entregar ADR principal + diagrama de contexto + riesgos.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Rubrica Sugerida para Evaluar la Actividad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930"/>
                </a:solidFill>
              </a:defRPr>
            </a:pPr>
            <a:r>
              <a:t>Claridad del problema y alcance: 25%.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Calidad de requisitos y escenarios: 25%.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Razonamiento de la decision estructural: 30%.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Calidad de evidencia tecnica y sustentacion: 20%.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83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Checklist Final Antes de Entregar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8813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930"/>
                </a:solidFill>
              </a:defRPr>
            </a:pPr>
            <a:r>
              <a:t>Problema, actores y restricciones estan explicitos.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Existe diagrama de contexto y riesgos priorizados.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La decision arquitectonica principal esta justificada.</a:t>
            </a:r>
          </a:p>
          <a:p>
            <a:pPr>
              <a:defRPr sz="2200">
                <a:solidFill>
                  <a:srgbClr val="232930"/>
                </a:solidFill>
              </a:defRPr>
            </a:pPr>
            <a:r>
              <a:t>El video de sustentacion conecta evidencia y trade-offs.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solidFill>
            <a:srgbClr val="0F2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Actividad 1 | Videos 1-20 | Arquitectura de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