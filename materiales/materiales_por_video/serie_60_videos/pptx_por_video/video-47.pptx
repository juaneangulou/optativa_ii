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47 — Video 47: Infraestructura como código en monorepos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47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47: Infraestructura como código en monorepos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infraestructura como código en monorepos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 probl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47 — Video 47: Infraestructura como código en monorepos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47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infraestructura como código en monorepos con el objetivo de llevar una decisión arquitectónica a un flujo ejecutable, documentado y mantenible. El tema se conect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47 — Video 47: Infraestructura como código en monorepos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47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Infraestructura como código en monorepos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