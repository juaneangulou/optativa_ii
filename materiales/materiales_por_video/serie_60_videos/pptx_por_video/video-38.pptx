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38 — Video 38: Estructura del archivo 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38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38: Estructura del archivo Architecture.md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estructura del archivo architecture.md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38 — Video 38: Estructura del archivo 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38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estructura del archivo architecture.md con el objetivo de llevar una decisión arquitectónica a un flujo ejecutable, documentado y mantenible. El tema se conecta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38 — Video 38: Estructura del archivo Architecture.md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38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Estructura del archivo Architecture.md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