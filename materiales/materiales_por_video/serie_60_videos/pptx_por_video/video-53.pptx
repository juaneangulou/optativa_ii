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53 — Video 53: Durable State vs Event Sourcing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53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53: Durable State vs Event Sourcing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durable state vs event sourcing con el objetivo de proteger las reglas del negocio dentro de un modelo claro, comprobable y separado de la infraestructura.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una orden no puede marcarse como entregada si no existe una asignación válida y una evidencia de entrega.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 una herramienta: exige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53 — Video 53: Durable State vs Event Sourcing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53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Las entidades protegen identidad y comportamiento, no solo datos.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Los objetos de valor expresan conceptos del negocio con validaciones propias.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Los casos de uso coordinan acciones sin absorber responsabilidades de todas las capas.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durable state vs event sourcing con el objetivo de proteger las reglas del negocio dentro de un modelo claro, comprobable y separado de la infraestructura. El 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53 — Video 53: Durable State vs Event Sourcing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53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Durable State vs Event Sourcing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regla debe ser imposible de violar desde el código?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concepto merece una entidad u objeto de valor?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parte del modelo cambiaría si cambiara la base de datos?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