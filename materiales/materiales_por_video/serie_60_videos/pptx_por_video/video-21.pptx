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21 — Video 21: Evolución del sistema y 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21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21: Evolución del sistema y mantenimiento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21 — Video 21: Evolución del sistema y 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21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21 — Video 21: Evolución del sistema y 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21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proteger las reglas del negocio dentro de un modelo claro, comprobable y separado de la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una orden no puede marcarse como entregada si no existe una asignación válida y una evidencia de entrega.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evolución del sistema y mantenimiento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una orden no puede marcarse como entregada si no existe una asignación válida y una evidencia de entrega.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3: diseño y dominio.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21 — Video 21: Evolución del sistema y 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21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