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45 — Video 45: API Gateway como capa de abstracción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45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45: API Gateway como capa de abstracción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api gateway como capa de abstracción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problema,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45 — Video 45: API Gateway como capa de abstracción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45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api gateway como capa de abstracción con el objetivo de llevar una decisión arquitectónica a un flujo ejecutable, documentado y mantenible. El tema se conecta 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45 — Video 45: API Gateway como capa de abstracción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45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API Gateway como capa de abstracción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