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48 — Video 48: Mensajes vs eventos en microservicios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48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48: Mensajes vs eventos en microservicios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48 — Video 48: Mensajes vs eventos en microservicios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48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48 — Video 48: Mensajes vs eventos en microservicios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48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diseñar una comunicación entre componentes considerando contrato, fallos, consistencia y recuperación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 pedido entra por una API, ejecuta un caso de uso, persiste su estado y comunica el resultado.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mensajes vs eventos en microservicios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 pedido entra por una API, ejecuta un caso de uso, persiste su estado y comunica el resultado.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4: implementación e integración.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48 — Video 48: Mensajes vs eventos en microservicios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48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