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48 — Video 48: Mensajes vs eventos en microservicios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48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48: Mensajes vs eventos en microservicios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mensajes vs eventos en microservicios con el objetivo de llevar una decisión arquitectónica a un flujo ejecutable, documentado y mantenible.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 pedido entra por una API, ejecuta un caso de uso, persiste su estado y comunica el resultado.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identificar el problema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48 — Video 48: Mensajes vs eventos en microservicios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48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 flujo vertical conecta entrada, aplicación, dominio e infraestructura con límites visibles.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adaptadores aíslan APIs, bases de datos, colas y herramientas de terceros.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automatización y la documentación reducen el costo de repetir y verificar el trabajo.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mensajes vs eventos en microservicios con el objetivo de llevar una decisión arquitectónica a un flujo ejecutable, documentado y mantenible. El tema se conecta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48 — Video 48: Mensajes vs eventos en microservicios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48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Mensajes vs eventos en microservicios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