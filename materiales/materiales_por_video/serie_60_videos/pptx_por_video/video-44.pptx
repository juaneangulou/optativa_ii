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44 — Video 44: Migraciones de base de datos con Flyway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44: Migraciones de base de datos con Flyway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44 — Video 44: Migraciones de base de datos con Flyway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44 — Video 44: Migraciones de base de datos con Flyway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44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migraciones de base de datos con flyway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44 — Video 44: Migraciones de base de datos con Flyway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44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