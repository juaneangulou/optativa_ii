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44 — Video 44: Migraciones de base de datos con Flyway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44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44: Migraciones de base de datos con Flyway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migraciones de base de datos con flyway con el objetivo de llevar una decisión arquitectónica a un flujo ejecutable, documentado y mantenible.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 pedido entra por una API, ejecuta un caso de uso, persiste su estado y comunica el resultado.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identificar el proble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44 — Video 44: Migraciones de base de datos con Flyway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44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 flujo vertical conecta entrada, aplicación, dominio e infraestructura con límites visibles.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adaptadores aíslan APIs, bases de datos, colas y herramientas de terceros.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automatización y la documentación reducen el costo de repetir y verificar el trabajo.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migraciones de base de datos con flyway con el objetivo de llevar una decisión arquitectónica a un flujo ejecutable, documentado y mantenible. El tema se conecta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44 — Video 44: Migraciones de base de datos con Flyway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44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Migraciones de base de datos con Flyway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