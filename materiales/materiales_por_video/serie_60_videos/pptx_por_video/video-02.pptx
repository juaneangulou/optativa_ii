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 — Video 2: Problema esencial y decisiones técnicas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02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2: Problema esencial y decisiones técnicas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 — Video 2: Problema esencial y decisiones técnicas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02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 — Video 2: Problema esencial y decisiones técnicas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02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convertir una necesidad del negocio en una decisión arquitectónica explícita y verificable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la plataforma logística debe recibir pedidos, asignar rutas y responder ante retrasos sin perder trazabilidad.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problema esencial y decisiones técnicas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la plataforma logística debe recibir pedidos, asignar rutas y responder ante retrasos sin perder trazabilidad.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1: diagnóstico y contexto arquitectónico.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 — Video 2: Problema esencial y decisiones técnicas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02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