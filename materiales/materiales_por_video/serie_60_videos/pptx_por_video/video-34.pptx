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34 — Video 34: Behavior Driven Development para alinear equipos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34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34: Behavior Driven Development para alinear equipos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34 — Video 34: Behavior Driven Development para alinear equipos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34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300" b="0">
                <a:solidFill>
                  <a:srgbClr val="1C2734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34 — Video 34: Behavior Driven Development para alinear equipos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Clase en acción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34  /  03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325880"/>
            <a:ext cx="11018520" cy="12344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435607"/>
            <a:ext cx="10698480" cy="10972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Propósito de aprendizaje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Al finalizar la clase, el estudiante podrá construir un flujo ejecutable que conecte entrada, aplicación, dominio e infraestructura y explicarlo usando el caso de la plataforma logística de última milla.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E0B24C"/>
                </a:solidFill>
                <a:latin typeface="Aptos Display"/>
              </a:defRPr>
            </a:pPr>
            <a:r>
              <a:t>Apertura y explicación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Comenzar con esta situación: un pedido entra por una API, ejecuta un caso de uso, persiste su estado y comunica el resultado. Pedir a los estudiantes que respondan qué podría fallar, quién se vería afectado y qué decisión técnica tendría mayor impacto. No iniciar con nombres de patrones; iniciar con el problema y las consecuencias observables.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docente presenta behavior driven development para alinear equipos como una decisión situada. Primero delimita el problema y sus actores; después muestra qué alternativas existen; finalmente relaciona cada alternativa con costo, riesgo y calidad. La pregunta que guía la clase es: ¿qué evidencia permitiría defender esta decisión ante el equipo y el negocio?</a:t>
            </a:r>
            <a:br/>
            <a:br/>
            <a:r>
              <a:t>El concepto se trabaja en tres movimientos. Primero, se describe el contexto y se separa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239391"/>
                </a:solidFill>
                <a:latin typeface="Aptos Display"/>
              </a:defRPr>
            </a:pPr>
            <a:r>
              <a:t>Práctica guiada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En equipos, aplicar el tema a la plataforma logística. Partir del caso: un pedido entra por una API, ejecuta un caso de uso, persiste su estado y comunica el resultado. Escribir el supuesto principal, proponer dos alternativas, elegir una y justificar la elección con tres criterios. Cerrar con un diagrama o fragmento de código que haga visible la decisión.</a:t>
            </a:r>
            <a:br/>
            <a:br/>
            <a:r>
              <a:t>La evidencia mínima debe incluir: contexto del problema, decisión tomada, alternativa descartada, dos consecuencias esperadas y una forma de verificación. Guardarla en el repositorio dentro de la carpeta correspondiente a Actividad 4: implementación e integración.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Evidencia: decisión, alternativa, trade-off y verificación.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34 — Video 34: Behavior Driven Development para alinear equipos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34  /  04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¿Dónde empieza y termina el caso de uso?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ocurre si la dependencia externa falla?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¿Cómo se puede ejecutar y verificar el flujo en otro entorno?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