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17 — Video 17: Observabilidad y monitoreo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17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17: Observabilidad y monitoreo de sistemas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observabilidad y monitoreo de sistemas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17 — Video 17: Observabilidad y monitoreo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17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observabilidad y monitoreo de sistemas con el objetivo de proteger las reglas del negocio dentro de un modelo claro, comprobable y separado de la infraestructura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17 — Video 17: Observabilidad y monitoreo de sistemas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17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Observabilidad y monitoreo de sistemas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