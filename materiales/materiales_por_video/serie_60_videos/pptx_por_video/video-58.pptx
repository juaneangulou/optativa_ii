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58 — Video 58: Sabiduría y criterio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58: Sabiduría y criterio en arquitectura de software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58 — Video 58: Sabiduría y criterio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58 — Video 58: Sabiduría y criterio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58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evaluar el sistema en ejecución y prepararlo para fallos, cambios, ataques y crecimiento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sabiduría y criterio en arquitectura de software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58 — Video 58: Sabiduría y criterio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58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