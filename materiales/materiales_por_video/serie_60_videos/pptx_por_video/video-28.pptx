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28 — Video 28: Modelado de dominios y límites de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28: Modelado de dominios y límites de contexto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modelado de dominios y límites de contexto con el objetivo de organizar responsabilidades y dependencias para que el sistema pueda crecer sin propagar cambios.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pedidos, inventario, rutas y notificaciones deben colaborar sin compartir toda su lógica interna.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28 — Video 28: Modelado de dominios y límites de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frontera útil define responsabilidad, contrato y propietario.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estructura elegida debe ser proporcional al tamaño del equipo y al riesgo operativo.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dirección de las dependencias protege las reglas importantes frente a detalles externos.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  <a:r>
              <a:t>La entidad protege una transición válida del negocio.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28 — Video 28: Modelado de dominios y límites de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28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Modelado de dominios y límites de contexto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