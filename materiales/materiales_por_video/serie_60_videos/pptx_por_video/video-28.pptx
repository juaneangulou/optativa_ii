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28 — Video 28: Modelado de dominios y límites de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28: Modelado de dominios y límites de contexto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28 — Video 28: Modelado de dominios y límites de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28 — Video 28: Modelado de dominios y límites de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28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comparar estructuras y justificar límites, responsabilidades y dependencias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pedidos, inventario, rutas y notificaciones deben colaborar sin compartir toda su lógica interna.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modelado de dominios y límites de contexto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pedidos, inventario, rutas y notificaciones deben colaborar sin compartir toda su lógica interna.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28 — Video 28: Modelado de dominios y límites de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28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