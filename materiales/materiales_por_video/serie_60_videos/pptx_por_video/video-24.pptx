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24 — Video 24: Arquitectura como responsabilidad humana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24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24: Arquitectura como responsabilidad humana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24 — Video 24: Arquitectura como responsabilidad humana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24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24 — Video 24: Arquitectura como responsabilidad humana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24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proteger las reglas del negocio dentro de un modelo claro, comprobable y separado de la infraestructura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una orden no puede marcarse como entregada si no existe una asignación válida y una evidencia de entrega.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arquitectura como responsabilidad humana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una orden no puede marcarse como entregada si no existe una asignación válida y una evidencia de entrega.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3: diseño y dominio.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24 — Video 24: Arquitectura como responsabilidad humana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24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