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54 — Video 54: Máquinas de estado finito en el front-end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54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54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54: Máquinas de estado finito en el front-end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máquinas de estado finito en el front-end con el objetivo de proteger las reglas del negocio dentro de un modelo claro, comprobable y separado de la infraestructura.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tema se conecta con el proyecto de la plataforma logística porque una orden no puede marcarse como entregada si no existe una asignación válida y una evidencia de entrega.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La discusión no se limita a nombrar un patrón o una herramie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54 — Video 54: Máquinas de estado finito en el front-end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54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54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Las entidades protegen identidad y comportamiento, no solo datos.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Los objetos de valor expresan conceptos del negocio con validaciones propias.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Los casos de uso coordinan acciones sin absorber responsabilidades de todas las capas.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El ejemplo debe documentarse junto con sus supuestos, trade-offs y evidencia de validación.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máquinas de estado finito en el front-end con el objetivo de proteger las reglas del negocio dentro de un modelo claro, comprobable y separado de la infraestruct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54 — Video 54: Máquinas de estado finito en el front-end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54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54  /  03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Máquinas de estado finito en el front-end aporta una forma concreta de trabajar sobre la arquitectura del sistema.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Su valor aparece cuando conecta el contexto del negocio con una estructura implementable, medible y capaz de evolucionar.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Para el caso logístico, la decisión debe dejar claro qué comportamiento se protege, qué dependencias se aceptan y cómo se responderá ante cambios o fallos.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regla debe ser imposible de violar desde el código?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concepto merece una entidad u objeto de valor?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parte del modelo cambiaría si cambiara la base de datos?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