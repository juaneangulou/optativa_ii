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54 — Video 54: Máquinas de estado finito en el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54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54: Máquinas de estado finito en el front-end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54 — Video 54: Máquinas de estado finito en el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54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54 — Video 54: Máquinas de estado finito en el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54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proteger las reglas del negocio dentro de un modelo claro, comprobable y separado de la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una orden no puede marcarse como entregada si no existe una asignación válida y una evidencia de entrega.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máquinas de estado finito en el front-end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una orden no puede marcarse como entregada si no existe una asignación válida y una evidencia de entrega.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5: pruebas, operación y defensa final.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54 — Video 54: Máquinas de estado finito en el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54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