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4 — Video 4: Negocio, usuarios y contexto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04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4: Negocio, usuarios y contexto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4 — Video 4: Negocio, usuarios y contexto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04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300" b="0">
                <a:solidFill>
                  <a:srgbClr val="1C2734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4 — Video 4: Negocio, usuarios y contexto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Clase en acción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04  /  03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325880"/>
            <a:ext cx="11018520" cy="12344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435607"/>
            <a:ext cx="10698480" cy="10972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Propósito de aprendizaje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Al finalizar la clase, el estudiante podrá convertir una necesidad del negocio en una decisión arquitectónica explícita y verificable y explicarlo usando el caso de la plataforma logística de última milla.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E0B24C"/>
                </a:solidFill>
                <a:latin typeface="Aptos Display"/>
              </a:defRPr>
            </a:pPr>
            <a:r>
              <a:t>Apertura y explicación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Comenzar con esta situación: la plataforma logística debe recibir pedidos, asignar rutas y responder ante retrasos sin perder trazabilidad. Pedir a los estudiantes que respondan qué podría fallar, quién se vería afectado y qué decisión técnica tendría mayor impacto. No iniciar con nombres de patrones; iniciar con el problema y las consecuencias observables.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docente presenta negocio, usuarios y contexto como una decisión situada. Primero delimita el problema y sus actores; después muestra qué alternativas existen; finalmente relaciona cada alternativa con costo, riesgo y calidad. La pregunta que guía la clase es: ¿qué evidencia permitiría defender esta decisión ante el equipo y el negocio?</a:t>
            </a:r>
            <a:br/>
            <a:br/>
            <a:r>
              <a:t>El concepto se trabaja en tres movimientos. Primero, se describe el contexto y se separan hechos de supuesto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239391"/>
                </a:solidFill>
                <a:latin typeface="Aptos Display"/>
              </a:defRPr>
            </a:pPr>
            <a:r>
              <a:t>Práctica guiada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En equipos, aplicar el tema a la plataforma logística. Partir del caso: la plataforma logística debe recibir pedidos, asignar rutas y responder ante retrasos sin perder trazabilidad. Escribir el supuesto principal, proponer dos alternativas, elegir una y justificar la elección con tres criterios. Cerrar con un diagrama o fragmento de código que haga visible la decisión.</a:t>
            </a:r>
            <a:br/>
            <a:br/>
            <a:r>
              <a:t>La evidencia mínima debe incluir: contexto del problema, decisión tomada, alternativa descartada, dos consecuencias esperadas y una forma de verificación. Guardarla en el repositorio dentro de la carpeta correspondiente a Actividad 1: diagnóstico y contexto arquitectónico.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Evidencia: decisión, alternativa, trade-off y verificación.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4 — Video 4: Negocio, usuarios y contexto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04  /  04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evidencia del negocio justifica esta decisión?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alternativa se descartó y por qué?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cambio futuro podría obligar a revisar la solución?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