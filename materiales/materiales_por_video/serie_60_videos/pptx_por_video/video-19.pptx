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19 — Video 19: Testing y validación de 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19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19: Testing y validación de arquitectura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19 — Video 19: Testing y validación de 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19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19 — Video 19: Testing y validación de 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19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comparar estructuras y justificar límites, responsabilidades y dependencias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una orden no puede marcarse como entregada si no existe una asignación válida y una evidencia de entrega.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testing y validación de arquitectura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de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una orden no puede marcarse como entregada si no existe una asignación válida y una evidencia de entrega.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3: diseño y dominio.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19 — Video 19: Testing y validación de 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19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