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19 — Video 19: Testing y validación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19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19: Testing y validación de arquitectura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testing y validación de arquitectura con el objetivo de proteger las reglas del negocio dentro de un modelo claro, comprobable y separado de la infraestructura.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una orden no puede marcarse como entregada si no existe una asignación válida y una evidencia de entrega.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19 — Video 19: Testing y validación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19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entidades protegen identidad y comportamiento, no solo datos.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objetos de valor expresan conceptos del negocio con validaciones propias.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casos de uso coordinan acciones sin absorber responsabilidades de todas las capas.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testing y validación de arquitectura con el objetivo de proteger las reglas del negocio dentro de un modelo claro, comprobable y separado de la infraestructura.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19 — Video 19: Testing y validación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19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Testing y validación de arquitectura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