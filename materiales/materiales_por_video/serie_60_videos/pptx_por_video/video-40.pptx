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40 — Video 40: Técnicas pre-mortem para prevenir fallos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40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40: Técnicas pre-mortem para prevenir fallos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40 — Video 40: Técnicas pre-mortem para prevenir fallos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40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40 — Video 40: Técnicas pre-mortem para prevenir fallos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40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validar la arquitectura frente a fallos, métricas, operación y escenarios de cambio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durante una alta demanda, el sistema debe detectar latencia, recuperar mensajes fallidos y mantener una experiencia aceptable.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técnicas pre-mortem para prevenir fallos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durante una alta demanda, el sistema debe detectar latencia, recuperar mensajes fallidos y mantener una experiencia aceptable.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5: pruebas, operación y defensa final.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40 — Video 40: Técnicas pre-mortem para prevenir fallos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40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métrica demostraría que la arquitectura cumple su objetivo?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detecta y recupera un fallo parcial?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riesgo debe atenderse antes de la siguiente versión?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