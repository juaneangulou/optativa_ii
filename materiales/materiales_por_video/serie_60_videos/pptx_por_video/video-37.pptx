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37 — Video 37: Agentes de IA revisando código en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37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37: Agentes de IA revisando código en GitHub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37 — Video 37: Agentes de IA revisando código en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37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37 — Video 37: Agentes de IA revisando código en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37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construir un flujo ejecutable que conecte entrada, aplicación, dominio e infraestructura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un pedido entra por una API, ejecuta un caso de uso, persiste su estado y comunica el resultado.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agentes de ia revisando código en github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un pedido entra por una API, ejecuta un caso de uso, persiste su estado y comunica el resultado.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4: implementación e integración.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37 — Video 37: Agentes de IA revisando código en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37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