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 — Video 6: Calidad observable: rendimiento, seguridad y disponibilidad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6: Calidad observable: rendimiento, seguridad y disponibilidad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calidad observable: rendimiento, seguridad y disponibilidad con el objetivo de convertir una necesidad del negocio en una decisión arquitectónica explícita y verificable.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la plataforma logística debe recibir pedidos, asignar rutas y responder ante retrasos sin perder trazabilidad.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 — Video 6: Calidad observable: rendimiento, seguridad y disponibilidad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decisión debe partir del problema, los usuarios y las restricciones, no de una tecnología preferida.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Cada alternativa debe compararse por valor, costo, riesgo y capacidad de evolución.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supuestos deben quedar escritos para poder validarlos con evidencia.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calidad observable: rendimiento, seguridad y disponibilidad con el objetivo de convertir una necesidad del negocio en una decisión arquitectónica explícita y 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 — Video 6: Calidad observable: rendimiento, seguridad y disponibilidad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06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Calidad observable: rendimiento, seguridad y disponibilidad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