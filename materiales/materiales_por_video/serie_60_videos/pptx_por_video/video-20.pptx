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20 — Video 20: DevOps y automatización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20: DevOps y automatización de 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devops y automatización de entrega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20 — Video 20: DevOps y automatización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devops y automatización de entrega con el objetivo de proteger las reglas del negocio dentro de un modelo claro, comprobable y separado de la infraestructura. 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20 — Video 20: DevOps y automatización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20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DevOps y automatización de entrega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