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23 — Video 23: Documentar decisiones y mantener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23: Documentar decisiones y mantener contexto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23 — Video 23: Documentar decisiones y mantener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23 — Video 23: Documentar decisiones y mantener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23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proteger las reglas del negocio dentro de un modelo claro, comprobable y separado de la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documentar decisiones y mantener contexto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23 — Video 23: Documentar decisiones y mantener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23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