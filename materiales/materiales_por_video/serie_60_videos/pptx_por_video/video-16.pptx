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16 — Video 16: Infraestructura, despliegue y entorno de ejecución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16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16: Infraestructura, despliegue y entorno de ejecución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infraestructura, despliegue y entorno de ejecución con el objetivo de organizar responsabilidades y dependencias para que el sistema pueda crecer sin propagar cambios.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tema se conecta con el proyecto de la plataforma logística porque pedidos, inventario, rutas y notificaciones deben colaborar sin compartir toda su lógica interna.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La discusión no se limita a nombrar un patrón o una herramienta: 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16 — Video 16: Infraestructura, despliegue y entorno de ejecución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16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Una frontera útil define responsabilidad, contrato y propietario.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La estructura elegida debe ser proporcional al tamaño del equipo y al riesgo operativo.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La dirección de las dependencias protege las reglas importantes frente a detalles externos.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El ejemplo debe documentarse junto con sus supuestos, trade-offs y evidencia de validación.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infraestructura, despliegue y entorno de ejecución con el objetivo de organizar responsabilidades y dependencias para que el sistema pueda crecer sin propagar ca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16 — Video 16: Infraestructura, despliegue y entorno de ejecución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16  /  03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Infraestructura, despliegue y entorno de ejecución aporta una forma concreta de trabajar sobre la arquitectura del sistema.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Su valor aparece cuando conecta el contexto del negocio con una estructura implementable, medible y capaz de evolucionar.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Para el caso logístico, la decisión debe dejar claro qué comportamiento se protege, qué dependencias se aceptan y cómo se responderá ante cambios o fallos.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responsabilidad pertenece realmente a cada módulo?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dependencia sería más costosa de cambiar?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¿La estructura propuesta resuelve un problema real o agrega complejidad?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