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29 — Video 29: Cierre del curso de fundamentos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Material de apoyo para exposición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29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29  /  01 / 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371600"/>
            <a:ext cx="3200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39391"/>
                </a:solidFill>
                <a:latin typeface="Aptos"/>
              </a:defRPr>
            </a:pPr>
            <a:r>
              <a:t>ARQUITECTURA  /  SESIÓN DE APRENDIZAJE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664208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9172A"/>
                </a:solidFill>
                <a:latin typeface="Aptos Display"/>
              </a:defRPr>
            </a:pPr>
            <a:r>
              <a:t>Video 29: Cierre del curso de fundamentos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880360"/>
            <a:ext cx="10789920" cy="242316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2990088"/>
            <a:ext cx="10469880" cy="22860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600">
                <a:solidFill>
                  <a:srgbClr val="239391"/>
                </a:solidFill>
                <a:latin typeface="Aptos Display"/>
              </a:defRPr>
            </a:pPr>
            <a:r>
              <a:t>Resumen del tema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29 — Video 29: Cierre del curso de fundamentos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Ideas principales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29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29  /  02 / 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417320"/>
            <a:ext cx="5394960" cy="48006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1527048"/>
            <a:ext cx="5193792" cy="465429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b="1" sz="1500">
                <a:solidFill>
                  <a:srgbClr val="239391"/>
                </a:solidFill>
                <a:latin typeface="Aptos Display"/>
              </a:defRPr>
            </a:pPr>
            <a:r>
              <a:t>Ideas clave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417320"/>
            <a:ext cx="5394960" cy="48006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527048"/>
            <a:ext cx="5074920" cy="46634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500">
                <a:solidFill>
                  <a:srgbClr val="E0B24C"/>
                </a:solidFill>
                <a:latin typeface="Aptos Display"/>
              </a:defRPr>
            </a:pPr>
            <a:r>
              <a:t>Ejemplo aplicado</a:t>
            </a:r>
          </a:p>
          <a:p>
            <a:pPr>
              <a:spcAft>
                <a:spcPts val="400"/>
              </a:spcAft>
              <a:defRPr sz="1300" b="0">
                <a:solidFill>
                  <a:srgbClr val="1C2734"/>
                </a:solidFill>
                <a:latin typeface="Aptos"/>
              </a:defRPr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29 — Video 29: Cierre del curso de fundamentos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Clase en acción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29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29  /  03 / 04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325880"/>
            <a:ext cx="11018520" cy="123444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1435607"/>
            <a:ext cx="10698480" cy="109728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500">
                <a:solidFill>
                  <a:srgbClr val="239391"/>
                </a:solidFill>
                <a:latin typeface="Aptos Display"/>
              </a:defRPr>
            </a:pPr>
            <a:r>
              <a:t>Propósito de aprendizaje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Al finalizar la clase, el estudiante podrá proteger las reglas del negocio dentro de un modelo claro, comprobable y separado de la infraestructura y explicarlo usando el caso de la plataforma logística de última milla.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743200"/>
            <a:ext cx="5394960" cy="29718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" y="2852928"/>
            <a:ext cx="5074920" cy="28346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400">
                <a:solidFill>
                  <a:srgbClr val="E0B24C"/>
                </a:solidFill>
                <a:latin typeface="Aptos Display"/>
              </a:defRPr>
            </a:pPr>
            <a:r>
              <a:t>Apertura y explicación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Comenzar con esta situación: una orden no puede marcarse como entregada si no existe una asignación válida y una evidencia de entrega. Pedir a los estudiantes que respondan qué podría fallar, quién se vería afectado y qué decisión técnica tendría mayor impacto. No iniciar con nombres de patrones; iniciar con el problema y las consecuencias observables.</a:t>
            </a:r>
          </a:p>
          <a:p>
            <a:pPr>
              <a:spcAft>
                <a:spcPts val="4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El docente presenta cierre del curso de fundamentos como una decisión situada. Primero delimita el problema y sus actores; después muestra qué alternativas existen; finalmente relaciona cada alternativa con costo, riesgo y calidad. La pregunta que guía la clase es: ¿qué evidencia permitiría defender esta decisión ante el equipo y el negocio?</a:t>
            </a:r>
            <a:br/>
            <a:br/>
            <a:r>
              <a:t>El concepto se trabaja en tres movimientos. Primero, se describe el contexto y se separan hechos de supue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743200"/>
            <a:ext cx="5394960" cy="29718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2852928"/>
            <a:ext cx="5074920" cy="28346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400">
                <a:solidFill>
                  <a:srgbClr val="239391"/>
                </a:solidFill>
                <a:latin typeface="Aptos Display"/>
              </a:defRPr>
            </a:pPr>
            <a:r>
              <a:t>Práctica guiada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En equipos, aplicar el tema a la plataforma logística. Partir del caso: una orden no puede marcarse como entregada si no existe una asignación válida y una evidencia de entrega. Escribir el supuesto principal, proponer dos alternativas, elegir una y justificar la elección con tres criterios. Cerrar con un diagrama o fragmento de código que haga visible la decisión.</a:t>
            </a:r>
            <a:br/>
            <a:br/>
            <a:r>
              <a:t>La evidencia mínima debe incluir: contexto del problema, decisión tomada, alternativa descartada, dos consecuencias esperadas y una forma de verificación. Guardarla en el repositorio dentro de la carpeta correspondiente a Actividad 3: diseño y dominio.</a:t>
            </a:r>
          </a:p>
          <a:p>
            <a:pPr>
              <a:spcAft>
                <a:spcPts val="400"/>
              </a:spcAft>
              <a:defRPr sz="1300">
                <a:solidFill>
                  <a:srgbClr val="1C2734"/>
                </a:solidFill>
                <a:latin typeface="Aptos"/>
              </a:defRPr>
            </a:pPr>
            <a:r>
              <a:t>Evidencia: decisión, alternativa, trade-off y verificación.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29 — Video 29: Cierre del curso de fundamentos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Conclusión y reflexión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29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29  /  04 / 04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417320"/>
            <a:ext cx="5577840" cy="443484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1527048"/>
            <a:ext cx="5257800" cy="4297679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500">
                <a:solidFill>
                  <a:srgbClr val="239391"/>
                </a:solidFill>
                <a:latin typeface="Aptos Display"/>
              </a:defRPr>
            </a:pPr>
            <a:r>
              <a:t>Conclusión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417320"/>
            <a:ext cx="5303520" cy="443484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1527048"/>
            <a:ext cx="5102352" cy="428853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b="1" sz="1500">
                <a:solidFill>
                  <a:srgbClr val="E0B24C"/>
                </a:solidFill>
                <a:latin typeface="Aptos Display"/>
              </a:defRPr>
            </a:pPr>
            <a:r>
              <a:t>Preguntas para reflexión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¿Qué regla debe ser imposible de violar desde el código?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¿Qué concepto merece una entidad u objeto de valor?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¿Qué parte del modelo cambiaría si cambiara la base de datos?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