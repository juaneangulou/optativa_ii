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29 — Video 29: Cierre del curso de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29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29: Cierre del curso de fundamentos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cierre del curso de fundamentos con el objetivo de proteger las reglas del negocio dentro de un modelo claro, comprobable y separado de la infraestructura.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una orden no puede marcarse como entregada si no existe una asignación válida y una evidencia de entrega.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29 — Video 29: Cierre del curso de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29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Las entidades protegen identidad y comportamiento, no solo datos.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objetos de valor expresan conceptos del negocio con validaciones propias.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casos de uso coordinan acciones sin absorber responsabilidades de todas las capas.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cierre del curso de fundamentos con el objetivo de proteger las reglas del negocio dentro de un modelo claro, comprobable y separado de la infraestructura. El 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29 — Video 29: Cierre del curso de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29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Cierre del curso de fundamentos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