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59 — Video 59: Riesgos, continuidad y decisiones bajo incertidumbre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59: Riesgos, continuidad y decisiones bajo incertidumbre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59 — Video 59: Riesgos, continuidad y decisiones bajo incertidumbre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59 — Video 59: Riesgos, continuidad y decisiones bajo incertidumbre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59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validar la arquitectura frente a fallos, métricas, operación y escenarios de cambio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riesgos, continuidad y decisiones bajo incertidumbre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59 — Video 59: Riesgos, continuidad y decisiones bajo incertidumbre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59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