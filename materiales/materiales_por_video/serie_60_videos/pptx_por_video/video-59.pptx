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59 — Video 59: Riesgos, continuidad y decisiones bajo incertidumbre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59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59: Riesgos, continuidad y decisiones bajo incertidumbre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riesgos, continuidad y decisiones bajo incertidumbre con el objetivo de evaluar el sistema en ejecución y prepararlo para fallos, cambios, ataques y crecimiento.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durante una alta demanda, el sistema debe detectar latencia, recuperar mensajes fallidos y mantener una experiencia aceptable.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59 — Video 59: Riesgos, continuidad y decisiones bajo incertidumbre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59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Una arquitectura saludable produce señales observables sobre rendimiento y fallos.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pruebas deben comprobar reglas, contratos, integraciones y atributos de calidad.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evolución requiere priorizar riesgos y deuda técnica con datos, no solo intuición.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riesgos, continuidad y decisiones bajo incertidumbre con el objetivo de evaluar el sistema en ejecución y prepararlo para fallos, cambios, ataques y crecimiento.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59 — Video 59: Riesgos, continuidad y decisiones bajo incertidumbre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59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Riesgos, continuidad y decisiones bajo incertidumbre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métrica demostraría que la arquitectura cumple su objetivo?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detecta y recupera un fallo parcial?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riesgo debe atenderse antes de la siguiente versión?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