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18 — Video 18: Seguridad, datos sensibles y privacidad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18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18: Seguridad, datos sensibles y privacidad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seguridad, datos sensibles y privacidad con el objetivo de proteger las reglas del negocio dentro de un modelo claro, comprobable y separado de la infraestructura.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una orden no puede marcarse como entregada si no existe una asignación válida y una evidencia de entrega.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18 — Video 18: Seguridad, datos sensibles y privacidad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18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Las entidades protegen identidad y comportamiento, no solo datos.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objetos de valor expresan conceptos del negocio con validaciones propias.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casos de uso coordinan acciones sin absorber responsabilidades de todas las capas.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seguridad, datos sensibles y privacidad con el objetivo de proteger las reglas del negocio dentro de un modelo claro, comprobable y separado de la infraestructur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18 — Video 18: Seguridad, datos sensibles y privacidad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18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Seguridad, datos sensibles y privacidad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regla debe ser imposible de violar desde el código?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concepto merece una entidad u objeto de valor?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parte del modelo cambiaría si cambiara la base de datos?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