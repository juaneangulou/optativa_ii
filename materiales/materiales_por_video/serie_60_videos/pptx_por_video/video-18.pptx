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18 — Video 18: Seguridad, datos sensibles y privacidad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18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18: Seguridad, datos sensibles y privacidad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18 — Video 18: Seguridad, datos sensibles y privacidad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18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18 — Video 18: Seguridad, datos sensibles y privacidad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18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comparar estructuras y justificar límites, responsabilidades y dependencias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una orden no puede marcarse como entregada si no existe una asignación válida y una evidencia de entrega.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seguridad, datos sensibles y privacidad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una orden no puede marcarse como entregada si no existe una asignación válida y una evidencia de entrega.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18 — Video 18: Seguridad, datos sensibles y privacidad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18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