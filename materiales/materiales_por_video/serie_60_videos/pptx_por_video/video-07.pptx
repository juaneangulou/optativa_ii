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7 — Video 7: Costos ocultos y deuda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7: Costos ocultos y deuda técnica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7 — Video 7: Costos ocultos y deuda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7 — Video 7: Costos ocultos y deuda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07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convertir una necesidad del negocio en una decisión arquitectónica explícita y verificable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la plataforma logística debe recibir pedidos, asignar rutas y responder ante retrasos sin perder trazabilidad.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costos ocultos y deuda técnica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la plataforma logística debe recibir pedidos, asignar rutas y responder ante retrasos sin perder trazabilidad.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1: diagnóstico y contexto arquitectónico.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7 — Video 7: Costos ocultos y deuda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07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