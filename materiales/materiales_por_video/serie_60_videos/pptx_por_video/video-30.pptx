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30 — Video 30: Intuición vs método en arquitectura de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30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30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30: Intuición vs método en arquitectura de software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intuición vs método en arquitectura de software con el objetivo de llevar una decisión arquitectónica a un flujo ejecutable, documentado y mantenible.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tema se conecta con el proyecto de la plataforma logística porque un pedido entra por una API, ejecuta un caso de uso, persiste su estado y comunica el resultado.</a:t>
            </a:r>
          </a:p>
          <a:p>
            <a:pPr>
              <a:spcAft>
                <a:spcPts val="400"/>
              </a:spcAft>
              <a:defRPr sz="1300">
                <a:solidFill>
                  <a:srgbClr val="1C2734"/>
                </a:solidFill>
                <a:latin typeface="Aptos"/>
              </a:defRPr>
            </a:pPr>
            <a:r>
              <a:t>La discusión no se limita a nombrar un patrón o una herramienta: exige identificar 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30 — Video 30: Intuición vs método en arquitectura de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30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30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Un flujo vertical conecta entrada, aplicación, dominio e infraestructura con límites visibles.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Los adaptadores aíslan APIs, bases de datos, colas y herramientas de terceros.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La automatización y la documentación reducen el costo de repetir y verificar el trabajo.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El ejemplo debe documentarse junto con sus supuestos, trade-offs y evidencia de validación.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intuición vs método en arquitectura de software con el objetivo de llevar una decisión arquitectónica a un flujo ejecutable, documentado y mantenible. El tema 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30 — Video 30: Intuición vs método en arquitectura de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30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30  /  03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Intuición vs método en arquitectura de software aporta una forma concreta de trabajar sobre la arquitectura del sistema.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Su valor aparece cuando conecta el contexto del negocio con una estructura implementable, medible y capaz de evolucionar.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Para el caso logístico, la decisión debe dejar claro qué comportamiento se protege, qué dependencias se aceptan y cómo se responderá ante cambios o fallos.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¿Dónde empieza y termina el caso de uso?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ocurre si la dependencia externa falla?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¿Cómo se puede ejecutar y verificar el flujo en otro entorno?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