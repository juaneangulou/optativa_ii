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30 — Video 30: Intuición vs método en arquitectura de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30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30: Intuición vs método en arquitectura de software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30 — Video 30: Intuición vs método en arquitectura de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30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30 — Video 30: Intuición vs método en arquitectura de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30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llevar una decisión arquitectónica a un flujo ejecutable, documentado y mantenible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un pedido entra por una API, ejecuta un caso de uso, persiste su estado y comunica el resultado.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intuición vs método en arquitectura de software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un pedido entra por una API, ejecuta un caso de uso, persiste su estado y comunica el resultado.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4: implementación e integración.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30 — Video 30: Intuición vs método en arquitectura de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30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¿Dónde empieza y termina el caso de uso?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ocurre si la dependencia externa falla?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puede ejecutar y verificar el flujo en otro entorno?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