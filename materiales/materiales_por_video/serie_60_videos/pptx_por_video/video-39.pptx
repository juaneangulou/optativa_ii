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39 — Video 39: Domain Driven Design para arquitectura limpia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Material de apoyo para exposición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39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39  /  01 / 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371600"/>
            <a:ext cx="3200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239391"/>
                </a:solidFill>
                <a:latin typeface="Aptos"/>
              </a:defRPr>
            </a:pPr>
            <a:r>
              <a:t>ARQUITECTURA  /  SESIÓN DE APRENDIZAJE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664208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9172A"/>
                </a:solidFill>
                <a:latin typeface="Aptos Display"/>
              </a:defRPr>
            </a:pPr>
            <a:r>
              <a:t>Video 39: Domain Driven Design para arquitectura limpia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880360"/>
            <a:ext cx="10789920" cy="242316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2990088"/>
            <a:ext cx="10469880" cy="22860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600">
                <a:solidFill>
                  <a:srgbClr val="239391"/>
                </a:solidFill>
                <a:latin typeface="Aptos Display"/>
              </a:defRPr>
            </a:pPr>
            <a:r>
              <a:t>Resumen del tema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Este video estudia domain driven design para arquitectura limpia con el objetivo de proteger las reglas del negocio dentro de un modelo claro, comprobable y separado de la infraestructura.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El tema se conecta con el proyecto de la plataforma logística porque una orden no puede marcarse como entregada si no existe una asignación válida y una evidencia de entrega.</a:t>
            </a:r>
          </a:p>
          <a:p>
            <a:pPr>
              <a:spcAft>
                <a:spcPts val="400"/>
              </a:spcAft>
              <a:defRPr sz="1300">
                <a:solidFill>
                  <a:srgbClr val="1C2734"/>
                </a:solidFill>
                <a:latin typeface="Aptos"/>
              </a:defRPr>
            </a:pPr>
            <a:r>
              <a:t>La discusión no se limita a nombrar un patrón o una herr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39 — Video 39: Domain Driven Design para arquitectura limpia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Ideas principales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39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39  /  02 / 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1527048"/>
            <a:ext cx="5193792" cy="465429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Ideas clave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Las entidades protegen identidad y comportamiento, no solo datos.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Los objetos de valor expresan conceptos del negocio con validaciones propias.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Los casos de uso coordinan acciones sin absorber responsabilidades de todas las capas.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El ejemplo debe documentarse junto con sus supuestos, trade-offs y evidencia de validación.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1527048"/>
            <a:ext cx="5074920" cy="46634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Ejemplo aplicado</a:t>
            </a:r>
          </a:p>
          <a:p>
            <a:pPr>
              <a:spcAft>
                <a:spcPts val="400"/>
              </a:spcAft>
              <a:defRPr sz="1300" b="0">
                <a:solidFill>
                  <a:srgbClr val="1C2734"/>
                </a:solidFill>
                <a:latin typeface="Aptos"/>
              </a:defRPr>
            </a:pPr>
            <a:r>
              <a:t>El caso de uso coordina el flujo y recibe sus dependencias desde el borde.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39 — Video 39: Domain Driven Design para arquitectura limpia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Conclusión y reflexión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39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39  /  03 / 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1417320"/>
            <a:ext cx="557784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1527048"/>
            <a:ext cx="5257800" cy="4297679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Conclusión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Domain Driven Design para arquitectura limpia aporta una forma concreta de trabajar sobre la arquitectura del sistema.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Su valor aparece cuando conecta el contexto del negocio con una estructura implementable, medible y capaz de evolucionar.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Para el caso logístico, la decisión debe dejar claro qué comportamiento se protege, qué dependencias se aceptan y cómo se responderá ante cambios o fallos.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417320"/>
            <a:ext cx="530352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1527048"/>
            <a:ext cx="5102352" cy="428853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Preguntas para reflexión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regla debe ser imposible de violar desde el código?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concepto merece una entidad u objeto de valor?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parte del modelo cambiaría si cambiara la base de datos?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