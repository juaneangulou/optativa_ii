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46 — Video 46: Bounded context y context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46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46: Bounded context y context maps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bounded context y context maps con el objetivo de organizar responsabilidades y dependencias para que el sistema pueda crecer sin propagar cambios.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pedidos, inventario, rutas y notificaciones deben colaborar sin compartir toda su lógica interna.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herramienta: exige identificar 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46 — Video 46: Bounded context y context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46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frontera útil define responsabilidad, contrato y propietario.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estructura elegida debe ser proporcional al tamaño del equipo y al riesgo operativo.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dirección de las dependencias protege las reglas importantes frente a detalles externos.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bounded context y context maps con el objetivo de organizar responsabilidades y dependencias para que el sistema pueda crecer sin propagar cambios. El tema se 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46 — Video 46: Bounded context y context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46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Bounded context y context maps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