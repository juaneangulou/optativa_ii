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46 — Video 46: Bounded context y context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46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46: Bounded context y context maps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46 — Video 46: Bounded context y context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46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46 — Video 46: Bounded context y context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46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comparar estructuras y justificar límites, responsabilidades y dependencias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pedidos, inventario, rutas y notificaciones deben colaborar sin compartir toda su lógica interna.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bounded context y context maps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de supues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pedidos, inventario, rutas y notificaciones deben colaborar sin compartir toda su lógica interna.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3: diseño y dominio.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46 — Video 46: Bounded context y context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46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responsabilidad pertenece realmente a cada módulo?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dependencia sería más costosa de cambiar?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¿La estructura propuesta resuelve un problema real o agrega complejidad?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