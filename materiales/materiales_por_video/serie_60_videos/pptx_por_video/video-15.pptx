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15 — Video 15: Acoplamiento entre servicios y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15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15: Acoplamiento entre servicios y sistemas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15 — Video 15: Acoplamiento entre servicios y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15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15 — Video 15: Acoplamiento entre servicios y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15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diseñar una comunicación entre componentes considerando contrato, fallos, consistencia y recuperación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pedidos, inventario, rutas y notificaciones deben colaborar sin compartir toda su lógica interna.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acoplamiento entre servicios y sistemas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pedidos, inventario, rutas y notificaciones deben colaborar sin compartir toda su lógica interna.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2: requisitos y decisión estructural.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15 — Video 15: Acoplamiento entre servicios y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15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