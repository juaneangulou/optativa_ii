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31 — Video 31: Cómo analizar una licitación real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31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31: Cómo analizar una licitación real con 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31 — Video 31: Cómo analizar una licitación real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31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31 — Video 31: Cómo analizar una licitación real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31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construir un flujo ejecutable que conecte entrada, aplicación, dominio e infraestructura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un pedido entra por una API, ejecuta un caso de uso, persiste su estado y comunica el resultado.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cómo analizar una licitación real con ia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un pedido entra por una API, ejecuta un caso de uso, persiste su estado y comunica el resultado.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4: implementación e integración.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31 — Video 31: Cómo analizar una licitación real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31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