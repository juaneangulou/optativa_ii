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50 — Video 50: Dead Letter Queue en sistemas distribuidos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50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50: Dead Letter Queue en sistemas distribuidos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50 — Video 50: Dead Letter Queue en sistemas distribuidos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50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50 — Video 50: Dead Letter Queue en sistemas distribuidos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50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diseñar una comunicación entre componentes considerando contrato, fallos, consistencia y recuperación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durante una alta demanda, el sistema debe detectar latencia, recuperar mensajes fallidos y mantener una experiencia aceptable.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dead letter queue en sistemas distribuidos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durante una alta demanda, el sistema debe detectar latencia, recuperar mensajes fallidos y mantener una experiencia aceptable.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5: pruebas, operación y defensa final.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50 — Video 50: Dead Letter Queue en sistemas distribuidos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50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métrica demostraría que la arquitectura cumple su objetivo?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detecta y recupera un fallo parcial?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riesgo debe atenderse antes de la siguiente versión?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