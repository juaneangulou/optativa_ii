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50 — Video 50: Dead Letter Queue en sistemas distribuidos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50: Dead Letter Queue en sistemas distribuidos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dead letter queue en sistemas distribuidos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50 — Video 50: Dead Letter Queue en sistemas distribuidos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dead letter queue en sistemas distribuidos con el objetivo de evaluar el sistema en ejecución y prepararlo para fallos, cambios, ataques y crecimiento. El tema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50 — Video 50: Dead Letter Queue en sistemas distribuidos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50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Dead Letter Queue en sistemas distribuidos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