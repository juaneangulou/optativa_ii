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10 — Video 10: Estructura del sistema y estilos arquitectónicos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10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10: Estructura del sistema y estilos arquitectónicos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10 — Video 10: Estructura del sistema y estilos arquitectónicos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10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10 — Video 10: Estructura del sistema y estilos arquitectónicos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10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comparar estructuras y justificar límites, responsabilidades y dependencias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pedidos, inventario, rutas y notificaciones deben colaborar sin compartir toda su lógica interna.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estructura del sistema y estilos arquitectónicos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pedidos, inventario, rutas y notificaciones deben colaborar sin compartir toda su lógica interna.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2: requisitos y decisión estructural.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10 — Video 10: Estructura del sistema y estilos arquitectónicos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10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