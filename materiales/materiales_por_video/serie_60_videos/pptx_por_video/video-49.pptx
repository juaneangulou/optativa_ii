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49 — Video 49: Productor consumidor y fan-in/fan-out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49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49: Productor consumidor y fan-in/fan-out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productor consumidor y fan-in/fan-out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 problema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49 — Video 49: Productor consumidor y fan-in/fan-out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49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productor consumidor y fan-in/fan-out con el objetivo de llevar una decisión arquitectónica a un flujo ejecutable, documentado y mantenible. El tema se conecta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49 — Video 49: Productor consumidor y fan-in/fan-out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49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Productor consumidor y fan-in/fan-out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