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12 — Video 12: Capas, límites y dependencias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12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12: Capas, límites y dependencias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capas, límites y dependencias con el objetivo de organizar responsabilidades y dependencias para que el sistema pueda crecer sin propagar cambios.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pedidos, inventario, rutas y notificaciones deben colaborar sin compartir toda su lógica interna.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identificar el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12 — Video 12: Capas, límites y dependencias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12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frontera útil define responsabilidad, contrato y propietario.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estructura elegida debe ser proporcional al tamaño del equipo y al riesgo operativo.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dirección de las dependencias protege las reglas importantes frente a detalles externos.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capas, límites y dependencias con el objetivo de organizar responsabilidades y dependencias para que el sistema pueda crecer sin propagar cambios. El tema se con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12 — Video 12: Capas, límites y dependencias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12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Capas, límites y dependencias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responsabilidad pertenece realmente a cada módulo?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dependencia sería más costosa de cambiar?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¿La estructura propuesta resuelve un problema real o agrega complejidad?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