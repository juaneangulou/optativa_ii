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55 — Video 55: SAST, DAST y pentesting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55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55: SAST, DAST y pentesting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55 — Video 55: SAST, DAST y pentesting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55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55 — Video 55: SAST, DAST y pentesting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55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traducir una necesidad de calidad en un escenario observable, una métrica y un control técnico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durante una alta demanda, el sistema debe detectar latencia, recuperar mensajes fallidos y mantener una experiencia aceptable.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sast, dast y pentesting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hechos de supuestos. 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durante una alta demanda, el sistema debe detectar latencia, recuperar mensajes fallidos y mantener una experiencia aceptable.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5: pruebas, operación y defensa final.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55 — Video 55: SAST, DAST y pentesting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55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métrica demostraría que la arquitectura cumple su objetivo?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detecta y recupera un fallo parcial?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riesgo debe atenderse antes de la siguiente versión?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