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13 — Video 13: Microservicios y organización por dominios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13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13: Microservicios y organización por dominios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microservicios y organización por dominios con el objetivo de organizar responsabilidades y dependencias para que el sistema pueda crecer sin propagar cambios.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pedidos, inventario, rutas y notificaciones deben colaborar sin compartir toda su lógica interna.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13 — Video 13: Microservicios y organización por dominios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13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frontera útil define responsabilidad, contrato y propietario.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estructura elegida debe ser proporcional al tamaño del equipo y al riesgo operativo.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dirección de las dependencias protege las reglas importantes frente a detalles externos.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  <a:r>
              <a:t>El dominio expresa identidad y reglas sin depender de una base de datos o de una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13 — Video 13: Microservicios y organización por dominios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13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Microservicios y organización por dominios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