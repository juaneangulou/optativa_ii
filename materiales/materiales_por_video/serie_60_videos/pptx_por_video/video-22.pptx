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22 — Video 22: Comunicar la arquitectura con claridad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22: Comunicar la arquitectura con claridad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22 — Video 22: Comunicar la arquitectura con claridad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22 — Video 22: Comunicar la arquitectura con claridad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22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proteger las reglas del negocio dentro de un modelo claro, comprobable y separado de la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comunicar la arquitectura con claridad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22 — Video 22: Comunicar la arquitectura con claridad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22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