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27 — Video 27: Acoplamiento, cohesión y calidad estructural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27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27: Acoplamiento, cohesión y calidad estructural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acoplamiento, cohesión y calidad estructural con el objetivo de organizar responsabilidades y dependencias para que el sistema pueda crecer sin propagar cambios.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pedidos, inventario, rutas y notificaciones deben colaborar sin compartir toda su lógica interna.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27 — Video 27: Acoplamiento, cohesión y calidad estructural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27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Una frontera útil define responsabilidad, contrato y propietario.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estructura elegida debe ser proporcional al tamaño del equipo y al riesgo operativo.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dirección de las dependencias protege las reglas importantes frente a detalles externos.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  <a:r>
              <a:t>La aplicación depende de una abstracción y la infraestructura implementa el adaptador.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27 — Video 27: Acoplamiento, cohesión y calidad estructural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27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Acoplamiento, cohesión y calidad estructural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responsabilidad pertenece realmente a cada módulo?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dependencia sería más costosa de cambiar?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¿La estructura propuesta resuelve un problema real o agrega complejidad?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