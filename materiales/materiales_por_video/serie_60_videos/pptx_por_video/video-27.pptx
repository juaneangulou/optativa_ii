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27 — Video 27: Acoplamiento, cohesión y calidad estructural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27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27: Acoplamiento, cohesión y calidad estructural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27 — Video 27: Acoplamiento, cohesión y calidad estructural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27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27 — Video 27: Acoplamiento, cohesión y calidad estructural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27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comparar estructuras y justificar límites, responsabilidades y dependencias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acoplamiento, cohesión y calidad estructural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separan 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27 — Video 27: Acoplamiento, cohesión y calidad estructural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27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