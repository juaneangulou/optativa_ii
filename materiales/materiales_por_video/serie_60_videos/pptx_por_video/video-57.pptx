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57 — Video 57: OpenTelemetry e ingeniería del caos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57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57: OpenTelemetry e ingeniería del caos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57 — Video 57: OpenTelemetry e ingeniería del caos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57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57 — Video 57: OpenTelemetry e ingeniería del caos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57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validar la arquitectura frente a fallos, métricas, operación y escenarios de cambio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durante una alta demanda, el sistema debe detectar latencia, recuperar mensajes fallidos y mantener una experiencia aceptable.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opentelemetry e ingeniería del caos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hechos de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durante una alta demanda, el sistema debe detectar latencia, recuperar mensajes fallidos y mantener una experiencia aceptable.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5: pruebas, operación y defensa final.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57 — Video 57: OpenTelemetry e ingeniería del caos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57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métrica demostraría que la arquitectura cumple su objetivo?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detecta y recupera un fallo parcial?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riesgo debe atenderse antes de la siguiente versión?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