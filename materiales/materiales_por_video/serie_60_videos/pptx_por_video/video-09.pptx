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9 — Video 9: Diagnóstico de contexto arquitectónico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09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9: Diagnóstico de contexto arquitectónico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9 — Video 9: Diagnóstico de contexto arquitectónico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09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9 — Video 9: Diagnóstico de contexto arquitectónico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09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convertir una necesidad del negocio en una decisión arquitectónica explícita y verificable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la plataforma logística debe recibir pedidos, asignar rutas y responder ante retrasos sin perder trazabilidad.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diagnóstico de contexto arquitectónico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hechos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la plataforma logística debe recibir pedidos, asignar rutas y responder ante retrasos sin perder trazabilidad.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1: diagnóstico y contexto arquitectónico.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9 — Video 9: Diagnóstico de contexto arquitectónico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09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