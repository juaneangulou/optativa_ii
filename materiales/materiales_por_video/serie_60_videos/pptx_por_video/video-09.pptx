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9 — Video 9: Diagnóstico de contexto arquitectónico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Material de apoyo para exposición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09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09  /  01 / 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371600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39391"/>
                </a:solidFill>
                <a:latin typeface="Aptos"/>
              </a:defRPr>
            </a:pPr>
            <a:r>
              <a:t>ARQUITECTURA  /  SESIÓN DE APRENDIZAJE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66420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9172A"/>
                </a:solidFill>
                <a:latin typeface="Aptos Display"/>
              </a:defRPr>
            </a:pPr>
            <a:r>
              <a:t>Video 9: Diagnóstico de contexto arquitectónico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80360"/>
            <a:ext cx="10789920" cy="242316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990088"/>
            <a:ext cx="10469880" cy="22860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600">
                <a:solidFill>
                  <a:srgbClr val="239391"/>
                </a:solidFill>
                <a:latin typeface="Aptos Display"/>
              </a:defRPr>
            </a:pPr>
            <a:r>
              <a:t>Resumen del tema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Este video estudia diagnóstico de contexto arquitectónico con el objetivo de convertir una necesidad del negocio en una decisión arquitectónica explícita y verificable.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El tema se conecta con el proyecto de la plataforma logística porque la plataforma logística debe recibir pedidos, asignar rutas y responder ante retrasos sin perder trazabilidad.</a:t>
            </a:r>
          </a:p>
          <a:p>
            <a:pPr>
              <a:spcAft>
                <a:spcPts val="400"/>
              </a:spcAft>
              <a:defRPr sz="1300">
                <a:solidFill>
                  <a:srgbClr val="1C2734"/>
                </a:solidFill>
                <a:latin typeface="Aptos"/>
              </a:defRPr>
            </a:pPr>
            <a:r>
              <a:t>La discusión no se limita a nombrar un patrón o una herramienta: exige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9 — Video 9: Diagnóstico de contexto arquitectónico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Ideas principales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09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09  /  02 / 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527048"/>
            <a:ext cx="5193792" cy="465429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Ideas clave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La decisión debe partir del problema, los usuarios y las restricciones, no de una tecnología preferida.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Cada alternativa debe compararse por valor, costo, riesgo y capacidad de evolución.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Los supuestos deben quedar escritos para poder validarlos con evidencia.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El ejemplo debe documentarse junto con sus supuestos, trade-offs y evidencia de validación.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527048"/>
            <a:ext cx="5074920" cy="46634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Ejemplo aplicado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Este video estudia diagnóstico de contexto arquitectónico con el objetivo de convertir una necesidad del negocio en una decisión arquitectónica explícita y verificable. El tema se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9 — Video 9: Diagnóstico de contexto arquitectónico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Conclusión y reflexión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09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09  /  03 / 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417320"/>
            <a:ext cx="557784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1527048"/>
            <a:ext cx="5257800" cy="4297679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Conclusión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Diagnóstico de contexto arquitectónico aporta una forma concreta de trabajar sobre la arquitectura del sistema.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Su valor aparece cuando conecta el contexto del negocio con una estructura implementable, medible y capaz de evolucionar.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Para el caso logístico, la decisión debe dejar claro qué comportamiento se protege, qué dependencias se aceptan y cómo se responderá ante cambios o fallos.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17320"/>
            <a:ext cx="530352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527048"/>
            <a:ext cx="5102352" cy="428853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Preguntas para reflexión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evidencia del negocio justifica esta decisión?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alternativa se descartó y por qué?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cambio futuro podría obligar a revisar la solución?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