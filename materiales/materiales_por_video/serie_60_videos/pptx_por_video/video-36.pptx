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36 — Video 36: Quarto como documentación viva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36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36: Quarto como documentación viva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36 — Video 36: Quarto como documentación viva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36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36 — Video 36: Quarto como documentación viva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36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construir un flujo ejecutable que conecte entrada, aplicación, dominio e infraestructura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un pedido entra por una API, ejecuta un caso de uso, persiste su estado y comunica el resultado.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quarto como documentación viva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separan hechos de supues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un pedido entra por una API, ejecuta un caso de uso, persiste su estado y comunica el resultado.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4: implementación e integración.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36 — Video 36: Quarto como documentación viva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36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¿Dónde empieza y termina el caso de uso?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ocurre si la dependencia externa falla?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¿Cómo se puede ejecutar y verificar el flujo en otro entorno?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