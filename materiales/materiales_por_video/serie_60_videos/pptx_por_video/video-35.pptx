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35 — Video 35: Modelo C4 para diagramar arquitecturas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35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35: Modelo C4 para diagramar arquitecturas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35 — Video 35: Modelo C4 para diagramar arquitecturas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35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35 — Video 35: Modelo C4 para diagramar arquitecturas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35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construir un flujo ejecutable que conecte entrada, aplicación, dominio e infraestructura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 pedido entra por una API, ejecuta un caso de uso, persiste su estado y comunica el resultado.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modelo c4 para diagramar arquitecturas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 pedido entra por una API, ejecuta un caso de uso, persiste su estado y comunica el resultado.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4: implementación e integración.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35 — Video 35: Modelo C4 para diagramar arquitecturas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35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