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35 — Video 35: Modelo C4 para diagramar arquitecturas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35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35: Modelo C4 para diagramar arquitecturas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modelo c4 para diagramar arquitecturas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35 — Video 35: Modelo C4 para diagramar arquitecturas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35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modelo c4 para diagramar arquitecturas con el objetivo de llevar una decisión arquitectónica a un flujo ejecutable, documentado y mantenible. El tema se conecta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35 — Video 35: Modelo C4 para diagramar arquitecturas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35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Modelo C4 para diagramar arquitecturas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