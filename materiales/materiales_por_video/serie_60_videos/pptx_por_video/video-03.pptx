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 — Video 3: El arquitecto y la responsabilidad técnica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03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3: El arquitecto y la responsabilidad técnica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el arquitecto y la responsabilidad técnica con el objetivo de convertir una necesidad del negocio en una decisión arquitectónica explícita y verificable.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la plataforma logística debe recibir pedidos, asignar rutas y responder ante retrasos sin perder trazabilidad.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una herramienta: 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 — Video 3: El arquitecto y la responsabilidad técnica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03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decisión debe partir del problema, los usuarios y las restricciones, no de una tecnología preferida.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Cada alternativa debe compararse por valor, costo, riesgo y capacidad de evolución.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Los supuestos deben quedar escritos para poder validarlos con evidencia.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el arquitecto y la responsabilidad técnica con el objetivo de convertir una necesidad del negocio en una decisión arquitectónica explícita y verificable. El tema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 — Video 3: El arquitecto y la responsabilidad técnica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03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El arquitecto y la responsabilidad técnica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evidencia del negocio justifica esta decisión?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alternativa se descartó y por qué?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cambio futuro podría obligar a revisar la solución?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