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33 — Video 33: Trunk Based Development y reglas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33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33: Trunk Based Development y reglas de calidad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33 — Video 33: Trunk Based Development y reglas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33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33 — Video 33: Trunk Based Development y reglas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33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construir un flujo ejecutable que conecte entrada, aplicación, dominio e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 pedido entra por una API, ejecuta un caso de uso, persiste su estado y comunica el resultado.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trunk based development y reglas de calidad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 pedido entra por una API, ejecuta un caso de uso, persiste su estado y comunica el resultado.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4: implementación e integración.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33 — Video 33: Trunk Based Development y reglas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33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