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33 — Video 33: Trunk Based Development y reglas de calidad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33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33: Trunk Based Development y reglas de calidad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trunk based development y reglas de calidad con el objetivo de llevar una decisión arquitectónica a un flujo ejecutable, documentado y mantenible.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tema se conecta con el proyecto de la plataforma logística porque un pedido entra por una API, ejecuta un caso de uso, persiste su estado y comunica el resultado.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La discusión no se limita a nombrar un patrón o una herramienta: exige identificar el pr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33 — Video 33: Trunk Based Development y reglas de calidad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33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Un flujo vertical conecta entrada, aplicación, dominio e infraestructura con límites visibles.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Los adaptadores aíslan APIs, bases de datos, colas y herramientas de terceros.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 automatización y la documentación reducen el costo de repetir y verificar el trabajo.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El ejemplo debe documentarse junto con sus supuestos, trade-offs y evidencia de validación.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trunk based development y reglas de calidad con el objetivo de llevar una decisión arquitectónica a un flujo ejecutable, documentado y mantenible. El tema se con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33 — Video 33: Trunk Based Development y reglas de calidad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33  /  03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Trunk Based Development y reglas de calidad aporta una forma concreta de trabajar sobre la arquitectura del sistema.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Su valor aparece cuando conecta el contexto del negocio con una estructura implementable, medible y capaz de evolucionar.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Para el caso logístico, la decisión debe dejar claro qué comportamiento se protege, qué dependencias se aceptan y cómo se responderá ante cambios o fallos.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¿Dónde empieza y termina el caso de uso?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ocurre si la dependencia externa falla?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¿Cómo se puede ejecutar y verificar el flujo en otro entorno?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