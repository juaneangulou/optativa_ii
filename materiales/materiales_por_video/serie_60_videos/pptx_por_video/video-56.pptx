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56 — Video 56: Fitness functions para medir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56: Fitness functions para medir arquitectura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fitness functions para medir arquitectura con el objetivo de evaluar el sistema en ejecución y prepararlo para fallos, cambios, ataques y crecimiento.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durante una alta demanda, el sistema debe detectar latencia, recuperar mensajes fallidos y mantener una experiencia aceptable.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56 — Video 56: Fitness functions para medir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arquitectura saludable produce señales observables sobre rendimiento y fallos.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pruebas deben comprobar reglas, contratos, integraciones y atributos de calidad.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evolución requiere priorizar riesgos y deuda técnica con datos, no solo intuición.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fitness functions para medir arquitectura con el objetivo de evaluar el sistema en ejecución y prepararlo para fallos, cambios, ataques y crecimiento. El tema 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56 — Video 56: Fitness functions para medir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56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Fitness functions para medir arquitectura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