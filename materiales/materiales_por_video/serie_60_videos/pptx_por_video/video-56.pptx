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56 — Video 56: Fitness functions para medir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56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56: Fitness functions para medir arquitectura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56 — Video 56: Fitness functions para medir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56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56 — Video 56: Fitness functions para medir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56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validar la arquitectura frente a fallos, métricas, operación y escenarios de cambio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durante una alta demanda, el sistema debe detectar latencia, recuperar mensajes fallidos y mantener una experiencia aceptable.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fitness functions para medir arquitectura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durante una alta demanda, el sistema debe detectar latencia, recuperar mensajes fallidos y mantener una experiencia aceptable.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5: pruebas, operación y defensa final.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56 — Video 56: Fitness functions para medir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56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