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32 — Video 32: Monorepos con Pantsbuild en proyectos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32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32: Monorepos con Pantsbuild en proyectos reales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32 — Video 32: Monorepos con Pantsbuild en proyectos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32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32 — Video 32: Monorepos con Pantsbuild en proyectos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32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monorepos con pantsbuild en proyectos reales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32 — Video 32: Monorepos con Pantsbuild en proyectos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32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