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11 — Video 11: Monolito modular: empezar bien sin cerrarse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11: Monolito modular: empezar bien sin cerrarse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monolito modular: empezar bien sin cerrarse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11 — Video 11: Monolito modular: empezar bien sin cerrarse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monolito modular: empezar bien sin cerrarse con el objetivo de organizar responsabilidades y dependencias para que el sistema pueda crecer sin propagar cambios.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11 — Video 11: Monolito modular: empezar bien sin cerrarse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11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Monolito modular: empezar bien sin cerrarse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