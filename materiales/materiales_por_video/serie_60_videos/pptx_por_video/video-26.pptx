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26 — Video 26: Principios de diseño y fundamentos de 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26: Principios de diseño y fundamentos de estructura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principios de diseño y fundamentos de estructura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26 — Video 26: Principios de diseño y fundamentos de 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principios de diseño y fundamentos de estructura con el objetivo de organizar responsabilidades y dependencias para que el sistema pueda crecer sin propagar camb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26 — Video 26: Principios de diseño y fundamentos de 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26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Principios de diseño y fundamentos de estructura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