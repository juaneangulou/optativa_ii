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60 — Video 60: Calidad de servicio y experiencia de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60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60: Calidad de servicio y experiencia de usuario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60 — Video 60: Calidad de servicio y experiencia de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60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60 — Video 60: Calidad de servicio y experiencia de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60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traducir una necesidad de calidad en un escenario observable, una métrica y un control técnico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durante una alta demanda, el sistema debe detectar latencia, recuperar mensajes fallidos y mantener una experiencia aceptable.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calidad de servicio y experiencia de usuario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durante una alta demanda, el sistema debe detectar latencia, recuperar mensajes fallidos y mantener una experiencia aceptable.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60 — Video 60: Calidad de servicio y experiencia de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60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