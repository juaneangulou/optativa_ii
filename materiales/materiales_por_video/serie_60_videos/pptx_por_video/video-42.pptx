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42 — Video 42: Métricas cuantitativas para evaluar arquitecturas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42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42: Métricas cuantitativas para evaluar arquitecturas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métricas cuantitativas para evaluar arquitecturas con el objetivo de evaluar el sistema en ejecución y prepararlo para fallos, cambios, ataques y crecimiento.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durante una alta demanda, el sistema debe detectar latencia, recuperar mensajes fallidos y mantener una experiencia aceptable.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42 — Video 42: Métricas cuantitativas para evaluar arquitecturas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42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Una arquitectura saludable produce señales observables sobre rendimiento y fallos.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pruebas deben comprobar reglas, contratos, integraciones y atributos de calidad.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 evolución requiere priorizar riesgos y deuda técnica con datos, no solo intuición.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métricas cuantitativas para evaluar arquitecturas con el objetivo de evaluar el sistema en ejecución y prepararlo para fallos, cambios, ataques y crecimiento. 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42 — Video 42: Métricas cuantitativas para evaluar arquitecturas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42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Métricas cuantitativas para evaluar arquitecturas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