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42 — Video 42: Métricas cuantitativas para evaluar arquitecturas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42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42: Métricas cuantitativas para evaluar arquitecturas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42 — Video 42: Métricas cuantitativas para evaluar arquitecturas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42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42 — Video 42: Métricas cuantitativas para evaluar arquitecturas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42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traducir una necesidad de calidad en un escenario observable, una métrica y un control técnico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durante una alta demanda, el sistema debe detectar latencia, recuperar mensajes fallidos y mantener una experiencia aceptable.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métricas cuantitativas para evaluar arquitecturas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durante una alta demanda, el sistema debe detectar latencia, recuperar mensajes fallidos y mantener una experiencia aceptable.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5: pruebas, operación y defensa final.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42 — Video 42: Métricas cuantitativas para evaluar arquitecturas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42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