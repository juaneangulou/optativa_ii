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25 — Video 25: Escalabilidad, seguridad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25: Escalabilidad, seguridad y ética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escalabilidad, seguridad y ética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25 — Video 25: Escalabilidad, seguridad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escalabilidad, seguridad y ética con el objetivo de proteger las reglas del negocio dentro de un modelo claro, comprobable y separado de la infraestructura. El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25 — Video 25: Escalabilidad, seguridad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25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Escalabilidad, seguridad y ética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