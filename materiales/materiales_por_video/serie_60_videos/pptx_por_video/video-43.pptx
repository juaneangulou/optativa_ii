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43 — Video 43: Strangler Fig para migraciones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43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43: Strangler Fig para migraciones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43 — Video 43: Strangler Fig para migraciones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43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43 — Video 43: Strangler Fig para migraciones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43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llevar una decisión arquitectónica a un flujo ejecutable, documentado y mantenible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strangler fig para migraciones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supues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43 — Video 43: Strangler Fig para migraciones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43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