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43 — Video 43: Strangler Fig para migraciones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Material de apoyo para exposición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43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43  /  01 / 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371600"/>
            <a:ext cx="3200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39391"/>
                </a:solidFill>
                <a:latin typeface="Aptos"/>
              </a:defRPr>
            </a:pPr>
            <a:r>
              <a:t>ARQUITECTURA  /  SESIÓN DE APRENDIZAJE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664208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9172A"/>
                </a:solidFill>
                <a:latin typeface="Aptos Display"/>
              </a:defRPr>
            </a:pPr>
            <a:r>
              <a:t>Video 43: Strangler Fig para migraciones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880360"/>
            <a:ext cx="10789920" cy="242316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2990088"/>
            <a:ext cx="10469880" cy="22860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600">
                <a:solidFill>
                  <a:srgbClr val="239391"/>
                </a:solidFill>
                <a:latin typeface="Aptos Display"/>
              </a:defRPr>
            </a:pPr>
            <a:r>
              <a:t>Resumen del tema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Este video estudia strangler fig para migraciones con el objetivo de llevar una decisión arquitectónica a un flujo ejecutable, documentado y mantenible.</a:t>
            </a:r>
          </a:p>
          <a:p>
            <a:pPr>
              <a:spcAft>
                <a:spcPts val="4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El tema se conecta con el proyecto de la plataforma logística porque un pedido entra por una API, ejecuta un caso de uso, persiste su estado y comunica el resultado.</a:t>
            </a:r>
          </a:p>
          <a:p>
            <a:pPr>
              <a:spcAft>
                <a:spcPts val="4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La discusión no se limita a nombrar un patrón o una herramienta: exige identificar el problema, estab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43 — Video 43: Strangler Fig para migraciones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Ideas principales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43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43  /  02 / 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417320"/>
            <a:ext cx="5394960" cy="48006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1527048"/>
            <a:ext cx="5193792" cy="465429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Ideas clave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Un flujo vertical conecta entrada, aplicación, dominio e infraestructura con límites visibles.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Los adaptadores aíslan APIs, bases de datos, colas y herramientas de terceros.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La automatización y la documentación reducen el costo de repetir y verificar el trabajo.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El ejemplo debe documentarse junto con sus supuestos, trade-offs y evidencia de validación.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417320"/>
            <a:ext cx="5394960" cy="48006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527048"/>
            <a:ext cx="5074920" cy="46634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E0B24C"/>
                </a:solidFill>
                <a:latin typeface="Aptos Display"/>
              </a:defRPr>
            </a:pPr>
            <a:r>
              <a:t>Ejemplo aplicado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Este video estudia strangler fig para migraciones con el objetivo de llevar una decisión arquitectónica a un flujo ejecutable, documentado y mantenible. El tema se conecta con el 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43 — Video 43: Strangler Fig para migraciones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Conclusión y reflexión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43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43  /  03 / 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417320"/>
            <a:ext cx="5577840" cy="44348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1527048"/>
            <a:ext cx="5257800" cy="4297679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Conclusión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Strangler Fig para migraciones aporta una forma concreta de trabajar sobre la arquitectura del sistema.</a:t>
            </a:r>
          </a:p>
          <a:p>
            <a:pPr>
              <a:spcAft>
                <a:spcPts val="4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Su valor aparece cuando conecta el contexto del negocio con una estructura implementable, medible y capaz de evolucionar.</a:t>
            </a:r>
          </a:p>
          <a:p>
            <a:pPr>
              <a:spcAft>
                <a:spcPts val="4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Para el caso logístico, la decisión debe dejar claro qué comportamiento se protege, qué dependencias se aceptan y cómo se responderá ante cambios o fallos.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417320"/>
            <a:ext cx="5303520" cy="44348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1527048"/>
            <a:ext cx="5102352" cy="428853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b="1" sz="1500">
                <a:solidFill>
                  <a:srgbClr val="E0B24C"/>
                </a:solidFill>
                <a:latin typeface="Aptos Display"/>
              </a:defRPr>
            </a:pPr>
            <a:r>
              <a:t>Preguntas para reflexión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¿Dónde empieza y termina el caso de uso?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¿Qué ocurre si la dependencia externa falla?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¿Cómo se puede ejecutar y verificar el flujo en otro entorno?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