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 — Video 1: Decisiones de arquitectura y consecuencias reales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01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1: Decisiones de arquitectura y consecuencias reales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 — Video 1: Decisiones de arquitectura y consecuencias reales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01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 — Video 1: Decisiones de arquitectura y consecuencias reales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01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convertir una necesidad del negocio en una decisión arquitectónica explícita y verificable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la plataforma logística debe recibir pedidos, asignar rutas y responder ante retrasos sin perder trazabilidad.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decisiones de arquitectura y consecuencias reales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la plataforma logística debe recibir pedidos, asignar rutas y responder ante retrasos sin perder trazabilidad.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1: diagnóstico y contexto arquitectónico.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 — Video 1: Decisiones de arquitectura y consecuencias reales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01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evidencia del negocio justifica esta decisión?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alternativa se descartó y por qué?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cambio futuro podría obligar a revisar la solución?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