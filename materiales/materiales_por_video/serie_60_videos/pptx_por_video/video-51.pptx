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51 — Video 51: Comparing consumers para procesamiento en tiempo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51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51: Comparing consumers para procesamiento en tiempo real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comparing consumers para procesamiento en tiempo real con el objetivo de llevar una decisión arquitectónica a un flujo ejecutable, documentado y mantenible.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 pedido entra por una API, ejecuta un caso de uso, persiste su estado y comunica el resultado.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51 — Video 51: Comparing consumers para procesamiento en tiempo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51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 flujo vertical conecta entrada, aplicación, dominio e infraestructura con límites visibles.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adaptadores aíslan APIs, bases de datos, colas y herramientas de terceros.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automatización y la documentación reducen el costo de repetir y verificar el trabajo.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comparing consumers para procesamiento en tiempo real con el objetivo de llevar una decisión arquitectónica a un flujo ejecutable, documentado y mantenible. El 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51 — Video 51: Comparing consumers para procesamiento en tiempo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51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Comparing consumers para procesamiento en tiempo real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