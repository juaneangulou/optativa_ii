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51 — Video 51: Comparing consumers para procesamiento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51: Comparing consumers para procesamiento en tiempo real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51 — Video 51: Comparing consumers para procesamiento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51 — Video 51: Comparing consumers para procesamiento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51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diseñar una comunicación entre componentes considerando contrato, fallos, consistencia y recuperación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comparing consumers para procesamiento en tiempo real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51 — Video 51: Comparing consumers para procesamiento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51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