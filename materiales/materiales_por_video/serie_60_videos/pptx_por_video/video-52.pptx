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52 — Video 52: Process manager en flujos complejos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52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52: Process manager en flujos complejos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52 — Video 52: Process manager en flujos complejos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52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52 — Video 52: Process manager en flujos complejos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52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diseñar una comunicación entre componentes considerando contrato, fallos, consistencia y recuperación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un pedido entra por una API, ejecuta un caso de uso, persiste su estado y comunica el resultado.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process manager en flujos complejos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separan hechos de 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un pedido entra por una API, ejecuta un caso de uso, persiste su estado y comunica el resultado.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4: implementación e integración.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52 — Video 52: Process manager en flujos complejos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52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52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¿Dónde empieza y termina el caso de uso?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ocurre si la dependencia externa falla?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¿Cómo se puede ejecutar y verificar el flujo en otro entorno?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