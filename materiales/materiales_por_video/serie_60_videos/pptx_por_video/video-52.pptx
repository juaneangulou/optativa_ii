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52 — Video 52: Process manager en flujos complejos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52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52: Process manager en flujos complejos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process manager en flujos complejos con el objetivo de llevar una decisión arquitectónica a un flujo ejecutable, documentado y mantenible.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un pedido entra por una API, ejecuta un caso de uso, persiste su estado y comunica el resultado.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exige identificar el problema,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52 — Video 52: Process manager en flujos complejos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52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Un flujo vertical conecta entrada, aplicación, dominio e infraestructura con límites visibles.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adaptadores aíslan APIs, bases de datos, colas y herramientas de terceros.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automatización y la documentación reducen el costo de repetir y verificar el trabajo.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process manager en flujos complejos con el objetivo de llevar una decisión arquitectónica a un flujo ejecutable, documentado y mantenible. El tema se conecta con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52 — Video 52: Process manager en flujos complejos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52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Process manager en flujos complejos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¿Dónde empieza y termina el caso de uso?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ocurre si la dependencia externa falla?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puede ejecutar y verificar el flujo en otro entorno?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