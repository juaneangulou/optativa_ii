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14 — Video 14: APIs y contratos de integración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14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14: APIs y contratos de integración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14 — Video 14: APIs y contratos de integración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14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14 — Video 14: APIs y contratos de integración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14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diseñar una comunicación entre componentes considerando contrato, fallos, consistencia y recuperación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pedidos, inventario, rutas y notificaciones deben colaborar sin compartir toda su lógica interna.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apis y contratos de integración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hechos de supue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pedidos, inventario, rutas y notificaciones deben colaborar sin compartir toda su lógica interna.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2: requisitos y decisión estructural.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14 — Video 14: APIs y contratos de integración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14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responsabilidad pertenece realmente a cada módulo?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dependencia sería más costosa de cambiar?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¿La estructura propuesta resuelve un problema real o agrega complejidad?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