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14 — Video 14: APIs y contratos de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14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14: APIs y contratos de integración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apis y contratos de integración con el objetivo de organizar responsabilidades y dependencias para que el sistema pueda crecer sin propagar cambios.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pedidos, inventario, rutas y notificaciones deben colaborar sin compartir toda su lógica interna.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identificar 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14 — Video 14: APIs y contratos de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14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frontera útil define responsabilidad, contrato y propietario.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estructura elegida debe ser proporcional al tamaño del equipo y al riesgo operativo.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dirección de las dependencias protege las reglas importantes frente a detalles externos.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  <a:r>
              <a:t>El contrato de integración define entradas y salidas estables para los consumidores.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14 — Video 14: APIs y contratos de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14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APIs y contratos de integración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