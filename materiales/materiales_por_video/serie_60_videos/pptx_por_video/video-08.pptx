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8 — Video 8: Riesgos y supuestos en diseño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08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8: Riesgos y supuestos en diseño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8 — Video 8: Riesgos y supuestos en diseño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08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8 — Video 8: Riesgos y supuestos en diseño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08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traducir una necesidad de calidad en un escenario observable, una métrica y un control técnico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la plataforma logística debe recibir pedidos, asignar rutas y responder ante retrasos sin perder trazabilidad.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riesgos y supuestos en diseño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 de supuest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la plataforma logística debe recibir pedidos, asignar rutas y responder ante retrasos sin perder trazabilidad.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1: diagnóstico y contexto arquitectónico.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8 — Video 8: Riesgos y supuestos en diseño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08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evidencia del negocio justifica esta decisión?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alternativa se descartó y por qué?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cambio futuro podría obligar a revisar la solución?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