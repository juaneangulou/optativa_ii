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8 — Video 8: Riesgos y supuestos en diseño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08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8: Riesgos y supuestos en diseño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riesgos y supuestos en diseño con el objetivo de convertir una necesidad del negocio en una decisión arquitectónica explícita y verificable.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tema se conecta con el proyecto de la plataforma logística porque la plataforma logística debe recibir pedidos, asignar rutas y responder ante retrasos sin perder trazabilidad.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La discusión no se limita a nombrar un patrón o una herramienta: exige identific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8 — Video 8: Riesgos y supuestos en diseño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08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La decisión debe partir del problema, los usuarios y las restricciones, no de una tecnología preferida.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Cada alternativa debe compararse por valor, costo, riesgo y capacidad de evolución.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Los supuestos deben quedar escritos para poder validarlos con evidencia.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El ejemplo debe documentarse junto con sus supuestos, trade-offs y evidencia de validación.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Este video estudia riesgos y supuestos en diseño con el objetivo de convertir una necesidad del negocio en una decisión arquitectónica explícita y verificable. El tema se conecta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8 — Video 8: Riesgos y supuestos en diseño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08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08  /  03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Riesgos y supuestos en diseño aporta una forma concreta de trabajar sobre la arquitectura del sistema.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Su valor aparece cuando conecta el contexto del negocio con una estructura implementable, medible y capaz de evolucionar.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Para el caso logístico, la decisión debe dejar claro qué comportamiento se protege, qué dependencias se aceptan y cómo se responderá ante cambios o fallos.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evidencia del negocio justifica esta decisión?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alternativa se descartó y por qué?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cambio futuro podría obligar a revisar la solución?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