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Presentacion de Contenidos | Videos 1-20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Arquitectura de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1024128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Proposito de esta presentacion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Servir como material de apoyo para exponer cada video con profundidad.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Incluir contenido directo para lectura y explicacion en clase/video.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Mantener foco en el caso oficial: plataforma logistica compleja de retail digital.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1: Bienvenida: como pensar arquitectura en este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arquitectura de software es un sistema de decisiones, no solo diagramas.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 objetivo del curso es aprender a decidir con evidencia tecnica y de negocio.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Trabajaremos un caso unico: plataforma logistica compleja de retail digital.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Definicion de arquitectura: estructura, responsabilidades y evolucion.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Resultado final esperado: propuesta arquitectonica defendible.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Ejes del curso: problema, requisitos, estructura, diseno, calidad y evolucion.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Mapa general del sistema: pedidos, inventario, rutas, repartidores, incidencias y soporte.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2: La arquitectura como conjunto de decisiones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Una decision arquitectonica impacta costo, calidad, tiempo y riesgo.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Las decisiones importantes son las que condicionan cambios futuros.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No decidir tambien es una decision con consecuencias.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Decision = contexto + alternativas + eleccion + consecuencias.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Ejemplos: estilo estructural, limites de modulos, estrategia de integracion.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Herramienta sugerida: ADR (Architecture Decision Record).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Comparar monolito modular inicial vs servicios tempranos para pedidos y ruteo.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3: El costo invisible de elegir 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mala arquitectura no falla al inicio, falla cuando el sistema crece.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 costo oculto aparece en retrabajo, incidentes y lentitud del equipo.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deuda tecnica se acumula cuando se posterga la calidad estructural.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Costos invisibles: soporte, correcciones urgentes, caidas, sobretiempo.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Sena les de alerta: cambios pequenos con alto impacto colateral.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Medir costo de cambio por funcionalidad critica.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Cambio en asignacion de rutas afecta pagos y notificaciones por acoplamiento excesivo.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4: El arquitecto y las conversaciones dificiles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 arquitecto facilita decisiones entre negocio, desarrollo y operaciones.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Debe traducir objetivos de negocio a limites tecnicos comprensibles.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Debe negociar trade-offs sin perder foco en valor.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Actores: producto, desarrollo, QA, seguridad, operaciones, soporte.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Conflictos tipicos: velocidad vs calidad, costo vs resiliencia.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Tecnica clave: decisiones explicitas con criterios comunes.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Definir nivel de disponibilidad objetivo para ventana de alta demanda.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5: Problema esencial vs detalle incidental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Problema esencial: lo que realmente duele al negocio y al usuario.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Detalle incidental: herramienta, framework o preferencia tecnica.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Confundir ambos lleva a soluciones complejas para problemas equivocados.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Pregunta guia: esta decision cambia el valor al cliente?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Esencial primero, tecnologia despues.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Evitar sobreingenieria temprana.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Esencial: reducir retrasos de entrega; incidental: elegir lenguaje A o 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6: Deuda tecnica y acoplamiento: senales tempranas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Acoplamiento alto vuelve riesgoso cualquier cambio.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deuda tecnica debe gestionarse como riesgo de negocio.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Detectar temprano evita refactors costosos despues.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Indicadores: codigo duplicado, modulos gigantes, dependencias ciclicas.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Cohesion alta y acoplamiento bajo como criterio de salud.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Priorizacion por impacto y probabilidad.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Modulo de pedidos conoce detalles de persistencia, ruteo y notificaciones al mismo tiempo.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7: Del problema a las fronteras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Toda arquitectura comienza delimitando fronteras claras.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Las fronteras definen responsabilidades y contratos.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Sin fronteras no hay ownership ni control de complejidad.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Contexto: que esta dentro del sistema y que esta fuera.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Entradas, salidas y dependencias externas.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Responsables por cada frontera.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Fronteras entre sistema central y proveedores de pagos, mapas y ERP.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8: Requisitos que cambian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No todos los requisitos afectan decisiones estructurales.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Los requisitos de alto impacto deben priorizarse primero.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priorizacion debe considerar valor, riesgo y dependencia.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Requisitos funcionales criticos vs funcionalidad cosm etica.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Relaciones entre requisitos y atributos de calidad.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Backlog priorizado con criterio explicito.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Reasignacion automatica de repartidor ante incidente en menos de 30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9: Calidad medible: rendimiento, seguridad y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calidad debe expresarse como escenarios medibles.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Rendimiento, seguridad y mantenibilidad condicionan la arquitectura.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Si no se mide, no se puede defender ni mejorar.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Plantilla de escenario: contexto, estimulo, respuesta, metrica.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Atributos base: latencia, disponibilidad, seguridad, modificabilidad.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Uso de escenarios para comparar alternativas.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- 95% de solicitudes de creacion de pedido con latencia menor a 2 segundos en pico.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10: Costo total de operacion y costo de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arquitectura debe evaluarse por costo total de vida.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Construir es solo una parte del costo real.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 costo de cambio define sostenibilidad del producto.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TCO: desarrollo, infraestructura, monitoreo, soporte y mejora.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Costo de cambio: esfuerzo para adaptar reglas y flujos.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Supuestos economicos que deben declararse.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Comparar costo de operar un monolito modular frente a servicios por dominio durante 12 meses.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11: Disenar para la incertidumbre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arquitectura debe aceptar que no todo se conoce al inicio.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Se deben favorecer decisiones reversibles en fases tempranas.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Aprender rapido reduce costo de equivocarse.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Supuestos explicitos con fecha de validacion.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Experimentos tecnicos pequenos antes de escalar.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Plan de reevaluacion de decisiones criticas.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Piloto de eventos en un flujo de notificaciones antes de extender al sistema completo.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12: Elegir estructura sin seguir modas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estructura se elige por contexto, no por tendencia.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Cada estilo tiene beneficios y costos concretos.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comparacion debe hacerse con criterios objetivos.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Opciones comunes: capas, monolito modular, servicios.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Criterios: equipo, costo, riesgo, rendimiento, evolucion.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Decision trazable con matriz comparativa.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Seleccion estructural inicial para volumen medio y equipo pequeno.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13: Cliente-servidor y capas que si protegen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Las capas son utiles si cada una tiene responsabilidad clara.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Mezclar dominio con infraestructura rompe mantenibilidad.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direccion de dependencias debe ser intencional.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Presentacion, aplicacion, dominio, infraestructura.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Regla: lo externo no domina lo interno.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Flujos de peticion bien delimitados.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Flujo crear pedido sin logica de negocio en el controlador HTTP.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14: Monolito modular: empezar pequeno con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 monolito modular puede ser una decision estrategica inicial.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Modularidad temprana prepara el camino para crecer.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No se trata de tamano, se trata de limites internos.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Modulos por dominio: pedidos, inventario, ruteo, incidencias.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Contratos internos entre modulos.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Pruebas de modulo para evitar acoplamiento accidental.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Separar logica de asignacion de rutas del flujo de pagos y notificaciones.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15: Servicios y contratos evolutivos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Los contratos estables permiten evolucionar sin romper consumidores.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 versionado evita cambios disruptivos.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 contrato debe expresar intencion de negocio.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Entradas, salidas, errores y semantica del contrato.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Compatibilidad hacia atras como regla de evolucion.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Documentacion como parte del contrato.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Contrato de servicio para asignar repartidor con codigos de error estandar.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16: Eventos, consistencia y fallos parciales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En sistemas distribuidos la consistencia total inmediata no siempre es viable.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consistencia eventual requiere controles claros.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Los fallos parciales se disenan, no se ignoran.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Conceptos: idempotencia, reintento, compensacion.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Dise no de flujos asincronos con trazabilidad.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Tratamiento de duplicados y orden de eventos.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Evento PedidoCreado activa inventario y ruteo; si falla ruteo se ejecuta compensacion.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17: Microservicios: cuando si y cuando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Microservicios no son obligatorios para toda arquitectura.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Separar servicios implica costo operativo alto.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 decision depende de contexto, escala y madurez del equipo.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Prerequisitos: observabilidad, automatizacion, gobierno de contratos.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Riesgos: latencia, consistencia, complejidad de despliegue.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Alternativa valida: monolito modular bien disenado.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Mantener monolito modular hasta que ruteo y pedidos requieran escalamiento independiente.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18: SOLID para reducir acoplamiento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SOLID mejora legibilidad, extensibilidad y testabilidad.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No es teoria aislada: influye en la arquitectura diaria.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Aplicarlo evita clases gigantes y dependencias fragiles.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Responsabilidad unica, abierto/cerrado, inversion de dependencias.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Enfoque pragmatico: aplicar donde reduce dolor real.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Refactor pequeno con impacto medible.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Separar calculo de ruta, validacion de pedido y envio de notificacion en componentes independientes.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19: Direccion de dependencias y limites del codigo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 dominio debe estar protegido de tecnologia cambiante.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Las dependencias deben apuntar hacia reglas de negocio.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Los puertos y adaptadores sostienen ese aislamiento.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Dependencia permitida: infraestructura depende de dominio.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Dependencia prohibida: dominio depende de framework o BD.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Diseno de interfaces para servicios externos.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Adaptador de pagos implementa puerto de cobro sin contaminar el modelo de dominio.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3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2471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Video 20: Patrones que resuelven problemas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3968"/>
                </a:solidFill>
              </a:defRPr>
            </a:pPr>
            <a:r>
              <a:t>Contenido para exponer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1206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Que explicar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Los patrones son herramientas, no metas.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Cada patron debe justificar su costo de complejidad.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Elegir patron correcto depende del problema concreto.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029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Material de apoyo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Patrones utiles en este contexto: Adapter, Strategy, Facade.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Criterio de seleccion: problema, alternativa, trade-off.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Evaluar costo de retiro si deja de ser necesario.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155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1C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1"/>
            <a:ext cx="106984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968"/>
                </a:solidFill>
              </a:defRPr>
            </a:pPr>
            <a:r>
              <a:t>Ejemplo aplicado al caso logistica retail</a:t>
            </a:r>
          </a:p>
          <a:p>
            <a:pPr>
              <a:defRPr sz="1300">
                <a:solidFill>
                  <a:srgbClr val="282E36"/>
                </a:solidFill>
              </a:defRPr>
            </a:pPr>
            <a:r>
              <a:t>- Usar Strategy para politicas de asignacion y Adapter para integracion con proveedor de mapas.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